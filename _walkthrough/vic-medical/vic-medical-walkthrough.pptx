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02575" y="4572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讲座 · 2026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7240" y="1901952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AI, LANDED IN MEDICINE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7240" y="2331720"/>
            <a:ext cx="1063721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832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辅助科研制图</a:t>
            </a:r>
            <a:endParaRPr lang="en-US" sz="5600" dirty="0"/>
          </a:p>
          <a:p>
            <a:pPr indent="0" marL="0">
              <a:lnSpc>
                <a:spcPts val="6832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从想法到</a:t>
            </a:r>
            <a:pPr indent="0" marL="0">
              <a:lnSpc>
                <a:spcPts val="6832"/>
              </a:lnSpc>
              <a:buNone/>
            </a:pPr>
            <a:r>
              <a:rPr lang="en-US" sz="5600" b="1" dirty="0">
                <a:solidFill>
                  <a:srgbClr val="2BB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期刊级图表</a:t>
            </a:r>
            <a:endParaRPr lang="en-US" sz="5600" dirty="0"/>
          </a:p>
        </p:txBody>
      </p:sp>
      <p:sp>
        <p:nvSpPr>
          <p:cNvPr id="41" name="Shape 39"/>
          <p:cNvSpPr/>
          <p:nvPr/>
        </p:nvSpPr>
        <p:spPr>
          <a:xfrm>
            <a:off x="777240" y="4315968"/>
            <a:ext cx="1014984" cy="50292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4590288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维克医学 · 讲座 v1 · 2026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777240" y="5468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主讲:Victor · 维克医学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AI, landed in medicine.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3895" y="566928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500" b="1" dirty="0">
                <a:solidFill>
                  <a:srgbClr val="11253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27500" dirty="0"/>
          </a:p>
        </p:txBody>
      </p:sp>
      <p:sp>
        <p:nvSpPr>
          <p:cNvPr id="39" name="Shape 37"/>
          <p:cNvSpPr/>
          <p:nvPr/>
        </p:nvSpPr>
        <p:spPr>
          <a:xfrm>
            <a:off x="777240" y="530352"/>
            <a:ext cx="1371600" cy="38404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530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11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PART 01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77240" y="2185416"/>
            <a:ext cx="64008" cy="1828800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2" name="Text 40"/>
          <p:cNvSpPr/>
          <p:nvPr/>
        </p:nvSpPr>
        <p:spPr>
          <a:xfrm>
            <a:off x="1078992" y="2121408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72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机制图绘制</a:t>
            </a:r>
            <a:endParaRPr lang="en-US" sz="4400" dirty="0"/>
          </a:p>
          <a:p>
            <a:pPr indent="0" marL="0">
              <a:lnSpc>
                <a:spcPts val="5720"/>
              </a:lnSpc>
              <a:buNone/>
            </a:pPr>
            <a:r>
              <a:rPr lang="en-US" sz="4400" b="1" dirty="0">
                <a:solidFill>
                  <a:srgbClr val="2BB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从想法到期刊图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1078992" y="44348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工具:BioRender · 约 25 分钟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777240" y="5586984"/>
            <a:ext cx="3375050" cy="50292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724144"/>
            <a:ext cx="3375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· 机制图绘制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408322" y="5586984"/>
            <a:ext cx="3375050" cy="50292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47" name="Text 45"/>
          <p:cNvSpPr/>
          <p:nvPr/>
        </p:nvSpPr>
        <p:spPr>
          <a:xfrm>
            <a:off x="4408322" y="5724144"/>
            <a:ext cx="3375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· 数据可视化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039405" y="5586984"/>
            <a:ext cx="3375050" cy="50292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49" name="Text 47"/>
          <p:cNvSpPr/>
          <p:nvPr/>
        </p:nvSpPr>
        <p:spPr>
          <a:xfrm>
            <a:off x="8039405" y="5724144"/>
            <a:ext cx="3375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· 合规红线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AI, landed in medicine.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23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PART 01 · 机制图绘制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786384"/>
            <a:ext cx="50292" cy="420624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" y="722376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场景一:指令型提示词</a:t>
            </a:r>
            <a:endParaRPr lang="en-US" sz="2900" dirty="0"/>
          </a:p>
        </p:txBody>
      </p:sp>
      <p:sp>
        <p:nvSpPr>
          <p:cNvPr id="41" name="Shape 39"/>
          <p:cNvSpPr/>
          <p:nvPr/>
        </p:nvSpPr>
        <p:spPr>
          <a:xfrm>
            <a:off x="777240" y="1481328"/>
            <a:ext cx="10637215" cy="96012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" y="1517904"/>
            <a:ext cx="41148" cy="88696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3" name="Text 41"/>
          <p:cNvSpPr/>
          <p:nvPr/>
        </p:nvSpPr>
        <p:spPr>
          <a:xfrm>
            <a:off x="996696" y="1741932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722" dirty="0"/>
          </a:p>
        </p:txBody>
      </p:sp>
      <p:sp>
        <p:nvSpPr>
          <p:cNvPr id="44" name="Text 42"/>
          <p:cNvSpPr/>
          <p:nvPr/>
        </p:nvSpPr>
        <p:spPr>
          <a:xfrm>
            <a:off x="1792224" y="148132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提示词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345375" y="1481328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清晰描述结构、比例、配色,把 AI 当作听话的绘图助手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77240" y="2606040"/>
            <a:ext cx="10637215" cy="96012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/>
        </p:spPr>
      </p:sp>
      <p:sp>
        <p:nvSpPr>
          <p:cNvPr id="47" name="Shape 45"/>
          <p:cNvSpPr/>
          <p:nvPr/>
        </p:nvSpPr>
        <p:spPr>
          <a:xfrm>
            <a:off x="777240" y="2642616"/>
            <a:ext cx="41148" cy="88696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8" name="Text 46"/>
          <p:cNvSpPr/>
          <p:nvPr/>
        </p:nvSpPr>
        <p:spPr>
          <a:xfrm>
            <a:off x="996696" y="2866644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722" dirty="0"/>
          </a:p>
        </p:txBody>
      </p:sp>
      <p:sp>
        <p:nvSpPr>
          <p:cNvPr id="49" name="Text 47"/>
          <p:cNvSpPr/>
          <p:nvPr/>
        </p:nvSpPr>
        <p:spPr>
          <a:xfrm>
            <a:off x="1792224" y="260604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345375" y="260604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已有明确构图,需要快速产出标准示意图时最省时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777240" y="3730752"/>
            <a:ext cx="10637215" cy="96012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/>
        </p:spPr>
      </p:sp>
      <p:sp>
        <p:nvSpPr>
          <p:cNvPr id="52" name="Shape 50"/>
          <p:cNvSpPr/>
          <p:nvPr/>
        </p:nvSpPr>
        <p:spPr>
          <a:xfrm>
            <a:off x="777240" y="3767328"/>
            <a:ext cx="41148" cy="88696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3" name="Text 51"/>
          <p:cNvSpPr/>
          <p:nvPr/>
        </p:nvSpPr>
        <p:spPr>
          <a:xfrm>
            <a:off x="996696" y="3991356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722" dirty="0"/>
          </a:p>
        </p:txBody>
      </p:sp>
      <p:sp>
        <p:nvSpPr>
          <p:cNvPr id="54" name="Text 52"/>
          <p:cNvSpPr/>
          <p:nvPr/>
        </p:nvSpPr>
        <p:spPr>
          <a:xfrm>
            <a:off x="1792224" y="3730752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要点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345375" y="373075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每页最多 3–4 个要点;关键词统一用青色粗体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777240" y="4855464"/>
            <a:ext cx="10637215" cy="96012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/>
        </p:spPr>
      </p:sp>
      <p:sp>
        <p:nvSpPr>
          <p:cNvPr id="57" name="Shape 55"/>
          <p:cNvSpPr/>
          <p:nvPr/>
        </p:nvSpPr>
        <p:spPr>
          <a:xfrm>
            <a:off x="777240" y="4892040"/>
            <a:ext cx="41148" cy="88696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8" name="Text 56"/>
          <p:cNvSpPr/>
          <p:nvPr/>
        </p:nvSpPr>
        <p:spPr>
          <a:xfrm>
            <a:off x="996696" y="5116068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2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1722" dirty="0"/>
          </a:p>
        </p:txBody>
      </p:sp>
      <p:sp>
        <p:nvSpPr>
          <p:cNvPr id="59" name="Text 57"/>
          <p:cNvSpPr/>
          <p:nvPr/>
        </p:nvSpPr>
        <p:spPr>
          <a:xfrm>
            <a:off x="1792224" y="4855464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345375" y="4855464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生成后逐项核对解剖结构与标注,不确定的回查文献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AI, landed in medicine.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23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PART 02 · 数据可视化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786384"/>
            <a:ext cx="50292" cy="420624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" y="722376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三种主流工具对比</a:t>
            </a:r>
            <a:endParaRPr lang="en-US" sz="2900" dirty="0"/>
          </a:p>
        </p:txBody>
      </p:sp>
      <p:sp>
        <p:nvSpPr>
          <p:cNvPr id="41" name="Shape 39"/>
          <p:cNvSpPr/>
          <p:nvPr/>
        </p:nvSpPr>
        <p:spPr>
          <a:xfrm>
            <a:off x="777240" y="1481328"/>
            <a:ext cx="3332378" cy="219456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" y="1517904"/>
            <a:ext cx="41148" cy="212140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051560" y="1719072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051560" y="2304288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BioRender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1560" y="3081528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机制示意图,素材库丰富,期刊接受度高。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429658" y="1481328"/>
            <a:ext cx="3332378" cy="219456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/>
        </p:spPr>
      </p:sp>
      <p:sp>
        <p:nvSpPr>
          <p:cNvPr id="47" name="Shape 45"/>
          <p:cNvSpPr/>
          <p:nvPr/>
        </p:nvSpPr>
        <p:spPr>
          <a:xfrm>
            <a:off x="4429658" y="1517904"/>
            <a:ext cx="41148" cy="212140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8" name="Text 46"/>
          <p:cNvSpPr/>
          <p:nvPr/>
        </p:nvSpPr>
        <p:spPr>
          <a:xfrm>
            <a:off x="4703978" y="1719072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4703978" y="2304288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GraphPad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703978" y="3081528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统计图首选,主流期刊默认样式。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082077" y="1481328"/>
            <a:ext cx="3332378" cy="219456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/>
        </p:spPr>
      </p:sp>
      <p:sp>
        <p:nvSpPr>
          <p:cNvPr id="52" name="Shape 50"/>
          <p:cNvSpPr/>
          <p:nvPr/>
        </p:nvSpPr>
        <p:spPr>
          <a:xfrm>
            <a:off x="8082077" y="1517904"/>
            <a:ext cx="41148" cy="212140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3" name="Text 51"/>
          <p:cNvSpPr/>
          <p:nvPr/>
        </p:nvSpPr>
        <p:spPr>
          <a:xfrm>
            <a:off x="8356397" y="1719072"/>
            <a:ext cx="603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8356397" y="2304288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56397" y="3081528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高度定制,可复现,适合复杂多面板图。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AI, landed in medicine.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4864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核心观点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77240" y="1600200"/>
            <a:ext cx="10637215" cy="3246120"/>
          </a:xfrm>
          <a:prstGeom prst="roundRect">
            <a:avLst>
              <a:gd name="adj" fmla="val 1690"/>
            </a:avLst>
          </a:prstGeom>
          <a:solidFill>
            <a:srgbClr val="161B22"/>
          </a:solidFill>
          <a:ln/>
        </p:spPr>
      </p:sp>
      <p:sp>
        <p:nvSpPr>
          <p:cNvPr id="40" name="Shape 38"/>
          <p:cNvSpPr/>
          <p:nvPr/>
        </p:nvSpPr>
        <p:spPr>
          <a:xfrm>
            <a:off x="777240" y="1636776"/>
            <a:ext cx="54864" cy="317296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1" name="Text 39"/>
          <p:cNvSpPr/>
          <p:nvPr/>
        </p:nvSpPr>
        <p:spPr>
          <a:xfrm>
            <a:off x="1280160" y="1920240"/>
            <a:ext cx="96313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不替你画图,</a:t>
            </a:r>
            <a:endParaRPr lang="en-US" sz="3400" dirty="0"/>
          </a:p>
          <a:p>
            <a:pPr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它替你把</a:t>
            </a:r>
            <a:pPr indent="0" marL="0">
              <a:lnSpc>
                <a:spcPts val="4760"/>
              </a:lnSpc>
              <a:buNone/>
            </a:pPr>
            <a:r>
              <a:rPr lang="en-US" sz="3400" b="1" dirty="0">
                <a:solidFill>
                  <a:srgbClr val="2BB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想法变成初稿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1280160" y="4160520"/>
            <a:ext cx="9631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初稿之后的每一步核对,仍然是研究者的责任。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AI, landed in medicine.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23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PART 02 · 数据可视化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786384"/>
            <a:ext cx="50292" cy="420624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" y="722376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改用版式引擎后的效率</a:t>
            </a:r>
            <a:endParaRPr lang="en-US" sz="2900" dirty="0"/>
          </a:p>
        </p:txBody>
      </p:sp>
      <p:sp>
        <p:nvSpPr>
          <p:cNvPr id="41" name="Text 39"/>
          <p:cNvSpPr/>
          <p:nvPr/>
        </p:nvSpPr>
        <p:spPr>
          <a:xfrm>
            <a:off x="777240" y="166420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</a:t>
            </a:r>
            <a:pPr indent="0" marL="0">
              <a:buNone/>
            </a:pPr>
            <a:r>
              <a:rPr lang="en-US" sz="2400" b="1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倍</a:t>
            </a:r>
            <a:endParaRPr lang="en-US" sz="8000" dirty="0"/>
          </a:p>
        </p:txBody>
      </p:sp>
      <p:sp>
        <p:nvSpPr>
          <p:cNvPr id="42" name="Text 40"/>
          <p:cNvSpPr/>
          <p:nvPr/>
        </p:nvSpPr>
        <p:spPr>
          <a:xfrm>
            <a:off x="777240" y="34930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单图产出速度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777240" y="4023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38"/>
              </a:lnSpc>
              <a:buNone/>
            </a:pPr>
            <a:r>
              <a:rPr lang="en-US" sz="12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从平均 3 小时/图 降到 30 分钟/图(内部 12 图样本)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309360" y="1847088"/>
            <a:ext cx="960120" cy="3913632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1554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100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99632" y="5833872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手绘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525512" y="3334268"/>
            <a:ext cx="960120" cy="2426452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48" name="Text 46"/>
          <p:cNvSpPr/>
          <p:nvPr/>
        </p:nvSpPr>
        <p:spPr>
          <a:xfrm>
            <a:off x="7525512" y="30416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62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415784" y="5833872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模板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741664" y="4664903"/>
            <a:ext cx="960120" cy="1095817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1" name="Text 49"/>
          <p:cNvSpPr/>
          <p:nvPr/>
        </p:nvSpPr>
        <p:spPr>
          <a:xfrm>
            <a:off x="8741664" y="4372295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28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631936" y="5833872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 初稿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957816" y="5095403"/>
            <a:ext cx="960120" cy="665317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4" name="Text 52"/>
          <p:cNvSpPr/>
          <p:nvPr/>
        </p:nvSpPr>
        <p:spPr>
          <a:xfrm>
            <a:off x="9957816" y="4802795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17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848088" y="5833872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AI+引擎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AI, landed in medicine.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22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33895" y="566928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7500" b="1" dirty="0">
                <a:solidFill>
                  <a:srgbClr val="2A313B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27500" dirty="0"/>
          </a:p>
        </p:txBody>
      </p:sp>
      <p:sp>
        <p:nvSpPr>
          <p:cNvPr id="39" name="Shape 37"/>
          <p:cNvSpPr/>
          <p:nvPr/>
        </p:nvSpPr>
        <p:spPr>
          <a:xfrm>
            <a:off x="777240" y="530352"/>
            <a:ext cx="1371600" cy="384048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5303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11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PART 03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77240" y="2185416"/>
            <a:ext cx="64008" cy="18288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2" name="Text 40"/>
          <p:cNvSpPr/>
          <p:nvPr/>
        </p:nvSpPr>
        <p:spPr>
          <a:xfrm>
            <a:off x="1078992" y="2121408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72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合规红线</a:t>
            </a:r>
            <a:endParaRPr lang="en-US" sz="4400" dirty="0"/>
          </a:p>
          <a:p>
            <a:pPr indent="0" marL="0">
              <a:lnSpc>
                <a:spcPts val="5720"/>
              </a:lnSpc>
              <a:buNone/>
            </a:pPr>
            <a:r>
              <a:rPr lang="en-US" sz="4400" b="1" dirty="0">
                <a:solidFill>
                  <a:srgbClr val="2BB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不能碰的三件事</a:t>
            </a:r>
            <a:endParaRPr lang="en-US" sz="4400" dirty="0"/>
          </a:p>
        </p:txBody>
      </p:sp>
      <p:sp>
        <p:nvSpPr>
          <p:cNvPr id="43" name="Text 41"/>
          <p:cNvSpPr/>
          <p:nvPr/>
        </p:nvSpPr>
        <p:spPr>
          <a:xfrm>
            <a:off x="1078992" y="4434840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重点:学术诚信 · 约 15 分钟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777240" y="5586984"/>
            <a:ext cx="3375050" cy="50292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724144"/>
            <a:ext cx="3375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 · 机制图绘制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408322" y="5586984"/>
            <a:ext cx="3375050" cy="50292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47" name="Text 45"/>
          <p:cNvSpPr/>
          <p:nvPr/>
        </p:nvSpPr>
        <p:spPr>
          <a:xfrm>
            <a:off x="4408322" y="5724144"/>
            <a:ext cx="3375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 · 数据可视化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039405" y="5586984"/>
            <a:ext cx="3375050" cy="5029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49" name="Text 47"/>
          <p:cNvSpPr/>
          <p:nvPr/>
        </p:nvSpPr>
        <p:spPr>
          <a:xfrm>
            <a:off x="8039405" y="5724144"/>
            <a:ext cx="33750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 · 合规红线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AI, landed in medicine.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31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402336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AGENDA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77240" y="786384"/>
            <a:ext cx="50292" cy="420624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0" name="Text 38"/>
          <p:cNvSpPr/>
          <p:nvPr/>
        </p:nvSpPr>
        <p:spPr>
          <a:xfrm>
            <a:off x="996696" y="722376"/>
            <a:ext cx="104177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今天讲什么</a:t>
            </a:r>
            <a:endParaRPr lang="en-US" sz="2900" dirty="0"/>
          </a:p>
        </p:txBody>
      </p:sp>
      <p:sp>
        <p:nvSpPr>
          <p:cNvPr id="41" name="Shape 39"/>
          <p:cNvSpPr/>
          <p:nvPr/>
        </p:nvSpPr>
        <p:spPr>
          <a:xfrm>
            <a:off x="777240" y="1892808"/>
            <a:ext cx="5181448" cy="1554480"/>
          </a:xfrm>
          <a:prstGeom prst="roundRect">
            <a:avLst>
              <a:gd name="adj" fmla="val 3529"/>
            </a:avLst>
          </a:prstGeom>
          <a:solidFill>
            <a:srgbClr val="161B22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240" y="1929384"/>
            <a:ext cx="41148" cy="148132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3" name="Text 41"/>
          <p:cNvSpPr/>
          <p:nvPr/>
        </p:nvSpPr>
        <p:spPr>
          <a:xfrm>
            <a:off x="1033272" y="20756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7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1507" dirty="0"/>
          </a:p>
        </p:txBody>
      </p:sp>
      <p:sp>
        <p:nvSpPr>
          <p:cNvPr id="44" name="Text 42"/>
          <p:cNvSpPr/>
          <p:nvPr/>
        </p:nvSpPr>
        <p:spPr>
          <a:xfrm>
            <a:off x="1033272" y="2551176"/>
            <a:ext cx="466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机制图绘制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33272" y="2971800"/>
            <a:ext cx="466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BioRender · 25 分钟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33008" y="1892808"/>
            <a:ext cx="5181448" cy="1554480"/>
          </a:xfrm>
          <a:prstGeom prst="roundRect">
            <a:avLst>
              <a:gd name="adj" fmla="val 3529"/>
            </a:avLst>
          </a:prstGeom>
          <a:solidFill>
            <a:srgbClr val="161B22"/>
          </a:solidFill>
          <a:ln/>
        </p:spPr>
      </p:sp>
      <p:sp>
        <p:nvSpPr>
          <p:cNvPr id="47" name="Shape 45"/>
          <p:cNvSpPr/>
          <p:nvPr/>
        </p:nvSpPr>
        <p:spPr>
          <a:xfrm>
            <a:off x="6233008" y="1929384"/>
            <a:ext cx="41148" cy="148132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8" name="Text 46"/>
          <p:cNvSpPr/>
          <p:nvPr/>
        </p:nvSpPr>
        <p:spPr>
          <a:xfrm>
            <a:off x="6489040" y="20756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7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507" dirty="0"/>
          </a:p>
        </p:txBody>
      </p:sp>
      <p:sp>
        <p:nvSpPr>
          <p:cNvPr id="49" name="Text 47"/>
          <p:cNvSpPr/>
          <p:nvPr/>
        </p:nvSpPr>
        <p:spPr>
          <a:xfrm>
            <a:off x="6489040" y="2551176"/>
            <a:ext cx="466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数据可视化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489040" y="2971800"/>
            <a:ext cx="466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GraphPad/Python · 30 分钟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77240" y="3721608"/>
            <a:ext cx="5181448" cy="1554480"/>
          </a:xfrm>
          <a:prstGeom prst="roundRect">
            <a:avLst>
              <a:gd name="adj" fmla="val 3529"/>
            </a:avLst>
          </a:prstGeom>
          <a:solidFill>
            <a:srgbClr val="161B22"/>
          </a:solidFill>
          <a:ln/>
        </p:spPr>
      </p:sp>
      <p:sp>
        <p:nvSpPr>
          <p:cNvPr id="52" name="Shape 50"/>
          <p:cNvSpPr/>
          <p:nvPr/>
        </p:nvSpPr>
        <p:spPr>
          <a:xfrm>
            <a:off x="777240" y="3758184"/>
            <a:ext cx="41148" cy="1481328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53" name="Text 51"/>
          <p:cNvSpPr/>
          <p:nvPr/>
        </p:nvSpPr>
        <p:spPr>
          <a:xfrm>
            <a:off x="1033272" y="390448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7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1507" dirty="0"/>
          </a:p>
        </p:txBody>
      </p:sp>
      <p:sp>
        <p:nvSpPr>
          <p:cNvPr id="54" name="Text 52"/>
          <p:cNvSpPr/>
          <p:nvPr/>
        </p:nvSpPr>
        <p:spPr>
          <a:xfrm>
            <a:off x="1033272" y="4379976"/>
            <a:ext cx="466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合规红线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033272" y="4800600"/>
            <a:ext cx="466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学术诚信 · 15 分钟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AI, landed in medicine.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A8088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681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2521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3362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4203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5043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5884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725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565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9247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0087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9283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7690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26096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450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2909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51315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59722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68128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76534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84941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3347" y="0"/>
            <a:ext cx="0" cy="685800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0840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1681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525219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033626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542032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05043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558845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067251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5658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84064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592470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100877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609283"/>
            <a:ext cx="12191695" cy="0"/>
          </a:xfrm>
          <a:prstGeom prst="line">
            <a:avLst/>
          </a:prstGeom>
          <a:noFill/>
          <a:ln w="9525">
            <a:solidFill>
              <a:srgbClr val="121C2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169164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2BB8F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// THANKS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77240" y="2240280"/>
            <a:ext cx="10637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368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 AI 真正</a:t>
            </a:r>
            <a:pPr indent="0" marL="0">
              <a:lnSpc>
                <a:spcPts val="5368"/>
              </a:lnSpc>
              <a:buNone/>
            </a:pPr>
            <a:r>
              <a:rPr lang="en-US" sz="4400" b="1" dirty="0">
                <a:solidFill>
                  <a:srgbClr val="2BB8F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落进医学</a:t>
            </a:r>
            <a:endParaRPr lang="en-US" sz="4400" dirty="0"/>
          </a:p>
        </p:txBody>
      </p:sp>
      <p:sp>
        <p:nvSpPr>
          <p:cNvPr id="40" name="Shape 38"/>
          <p:cNvSpPr/>
          <p:nvPr/>
        </p:nvSpPr>
        <p:spPr>
          <a:xfrm>
            <a:off x="777240" y="3977640"/>
            <a:ext cx="1014984" cy="50292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42245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3B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课件与提示词模板会后发群,欢迎带着自己的图来问。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77240" y="4983480"/>
            <a:ext cx="2466023" cy="457200"/>
          </a:xfrm>
          <a:prstGeom prst="rect">
            <a:avLst/>
          </a:prstGeom>
          <a:solidFill>
            <a:srgbClr val="2BB8F0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4983480"/>
            <a:ext cx="24660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D1117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vic-medical.com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7724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维克医学 · AI, landed in medicine.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820095" y="64008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B3BA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32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辅助科研制图</dc:title>
  <dc:subject>PptxGenJS Presentation</dc:subject>
  <dc:creator>Victor · 维克医学</dc:creator>
  <cp:lastModifiedBy>Victor · 维克医学</cp:lastModifiedBy>
  <cp:revision>1</cp:revision>
  <dcterms:created xsi:type="dcterms:W3CDTF">2026-07-06T00:36:55Z</dcterms:created>
  <dcterms:modified xsi:type="dcterms:W3CDTF">2026-07-06T00:36:55Z</dcterms:modified>
</cp:coreProperties>
</file>