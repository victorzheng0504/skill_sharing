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566928" cy="566928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spc="400" kern="0" dirty="0">
                <a:solidFill>
                  <a:srgbClr val="C9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KEYNOTE 2026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740664" y="2423160"/>
            <a:ext cx="109115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770"/>
              </a:lnSpc>
              <a:buNone/>
            </a:pPr>
            <a:r>
              <a:rPr lang="en-US" sz="65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把想法</a:t>
            </a:r>
            <a:pPr indent="0" marL="0">
              <a:lnSpc>
                <a:spcPts val="6770"/>
              </a:lnSpc>
              <a:buNone/>
            </a:pPr>
            <a:r>
              <a:rPr lang="en-US" sz="6510" b="1" dirty="0">
                <a:solidFill>
                  <a:srgbClr val="FFD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讲清楚</a:t>
            </a:r>
            <a:endParaRPr lang="en-US" sz="6510" dirty="0"/>
          </a:p>
        </p:txBody>
      </p:sp>
      <p:sp>
        <p:nvSpPr>
          <p:cNvPr id="5" name="Text 3"/>
          <p:cNvSpPr/>
          <p:nvPr/>
        </p:nvSpPr>
        <p:spPr>
          <a:xfrm>
            <a:off x="777240" y="5257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一句话副标题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77724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主讲:某某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FFD500"/>
          </a:solidFill>
          <a:ln/>
        </p:spPr>
      </p:sp>
      <p:sp>
        <p:nvSpPr>
          <p:cNvPr id="8" name="Text 6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方法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三个步骤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0637215" cy="9601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19756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1517904" y="22402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对齐目标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7345375" y="22402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受众、时长、目标、用途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777240" y="3364992"/>
            <a:ext cx="10637215" cy="9601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744468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1517904" y="336499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锁定风格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7345375" y="336499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spec-lock 固化决策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777240" y="4489704"/>
            <a:ext cx="10637215" cy="9601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869180"/>
            <a:ext cx="201168" cy="20116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1517904" y="448970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逐页生成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7345375" y="4489704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每页 QA 自检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支柱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三个支柱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32378" cy="21945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78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799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主题与版式分离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051560" y="384048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版式函数只引用令牌,任意搭配不破相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429658" y="2240280"/>
            <a:ext cx="3332378" cy="21945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4703978" y="2478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799" dirty="0"/>
          </a:p>
        </p:txBody>
      </p:sp>
      <p:sp>
        <p:nvSpPr>
          <p:cNvPr id="11" name="Text 9"/>
          <p:cNvSpPr/>
          <p:nvPr/>
        </p:nvSpPr>
        <p:spPr>
          <a:xfrm>
            <a:off x="4703978" y="306324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版式 DNA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4703978" y="384048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每个主题有专属构图,不只是换色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082077" y="2240280"/>
            <a:ext cx="3332378" cy="21945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7" y="2478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9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799" dirty="0"/>
          </a:p>
        </p:txBody>
      </p:sp>
      <p:sp>
        <p:nvSpPr>
          <p:cNvPr id="15" name="Text 13"/>
          <p:cNvSpPr/>
          <p:nvPr/>
        </p:nvSpPr>
        <p:spPr>
          <a:xfrm>
            <a:off x="8356397" y="306324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HITL 流程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8356397" y="384048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2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九步固定流程,关键节点等确认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计划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四周计划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2106892" y="3932047"/>
            <a:ext cx="7977911" cy="0"/>
          </a:xfrm>
          <a:prstGeom prst="line">
            <a:avLst/>
          </a:prstGeom>
          <a:noFill/>
          <a:ln w="25400">
            <a:solidFill>
              <a:srgbClr val="D4D4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5452" y="3840607"/>
            <a:ext cx="182880" cy="18288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383407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4188079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访谈</a:t>
            </a:r>
            <a:endParaRPr lang="en-US" sz="1470" dirty="0"/>
          </a:p>
        </p:txBody>
      </p:sp>
      <p:sp>
        <p:nvSpPr>
          <p:cNvPr id="9" name="Text 7"/>
          <p:cNvSpPr/>
          <p:nvPr/>
        </p:nvSpPr>
        <p:spPr>
          <a:xfrm>
            <a:off x="914400" y="4709287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对齐受众与目标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674756" y="3840607"/>
            <a:ext cx="182880" cy="18288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3527984" y="3383407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7984" y="4188079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3573704" y="4709287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页面清单与版式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7334060" y="3840607"/>
            <a:ext cx="182880" cy="18288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6187288" y="3383407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87288" y="4188079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6233008" y="4709287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spec-lock 一次成稿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9993363" y="3840607"/>
            <a:ext cx="182880" cy="182880"/>
          </a:xfrm>
          <a:prstGeom prst="ellipse">
            <a:avLst/>
          </a:prstGeom>
          <a:solidFill>
            <a:srgbClr val="D4D4D2"/>
          </a:solidFill>
          <a:ln/>
        </p:spPr>
      </p:sp>
      <p:sp>
        <p:nvSpPr>
          <p:cNvPr id="19" name="Text 17"/>
          <p:cNvSpPr/>
          <p:nvPr/>
        </p:nvSpPr>
        <p:spPr>
          <a:xfrm>
            <a:off x="8846591" y="3383407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46591" y="4188079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交付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8892311" y="4709287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160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后交付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30" b="1" dirty="0">
                <a:solidFill>
                  <a:srgbClr val="E4E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3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spc="3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指标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两个指标</a:t>
            </a:r>
            <a:endParaRPr lang="en-US" sz="3890" dirty="0"/>
          </a:p>
        </p:txBody>
      </p:sp>
      <p:sp>
        <p:nvSpPr>
          <p:cNvPr id="5" name="Shape 3"/>
          <p:cNvSpPr/>
          <p:nvPr/>
        </p:nvSpPr>
        <p:spPr>
          <a:xfrm>
            <a:off x="777240" y="2628900"/>
            <a:ext cx="5158588" cy="29260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866644"/>
            <a:ext cx="4646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3314700"/>
            <a:ext cx="4683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1,248</a:t>
            </a:r>
            <a:pPr indent="0" marL="0">
              <a:buNone/>
            </a:pPr>
            <a:r>
              <a:rPr lang="en-US" sz="158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</a:t>
            </a:r>
            <a:endParaRPr lang="en-US" sz="3990" dirty="0"/>
          </a:p>
        </p:txBody>
      </p:sp>
      <p:sp>
        <p:nvSpPr>
          <p:cNvPr id="8" name="Text 6"/>
          <p:cNvSpPr/>
          <p:nvPr/>
        </p:nvSpPr>
        <p:spPr>
          <a:xfrm>
            <a:off x="1033272" y="5006340"/>
            <a:ext cx="4646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AAF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38% YoY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6255868" y="2628900"/>
            <a:ext cx="5158588" cy="29260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6511900" y="2866644"/>
            <a:ext cx="46465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3612" y="3314700"/>
            <a:ext cx="4683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9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</a:t>
            </a:r>
            <a:pPr indent="0" marL="0">
              <a:buNone/>
            </a:pPr>
            <a:r>
              <a:rPr lang="en-US" sz="1580" b="1" dirty="0">
                <a:solidFill>
                  <a:srgbClr val="52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%</a:t>
            </a:r>
            <a:endParaRPr lang="en-US" sz="3990" dirty="0"/>
          </a:p>
        </p:txBody>
      </p:sp>
      <p:sp>
        <p:nvSpPr>
          <p:cNvPr id="12" name="Text 10"/>
          <p:cNvSpPr/>
          <p:nvPr/>
        </p:nvSpPr>
        <p:spPr>
          <a:xfrm>
            <a:off x="6511900" y="5006340"/>
            <a:ext cx="46465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AAF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0.4 pt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1575" y="61722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772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回归测试</dc:title>
  <dc:subject>PptxGenJS Presentation</dc:subject>
  <dc:creator>Victor</dc:creator>
  <cp:lastModifiedBy>Victor</cp:lastModifiedBy>
  <cp:revision>1</cp:revision>
  <dcterms:created xsi:type="dcterms:W3CDTF">2026-07-06T00:37:41Z</dcterms:created>
  <dcterms:modified xsi:type="dcterms:W3CDTF">2026-07-06T00:37:41Z</dcterms:modified>
</cp:coreProperties>
</file>